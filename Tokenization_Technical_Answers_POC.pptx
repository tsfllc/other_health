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Hashing – Ensures Repeatable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Tokenization is deterministic: the same original value always generates the same token. This ensures consistency across environments and enables BI systems to group, join, and filter without exposing real PII.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DOB Needed a Custom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DOB is stored as a datetime, which requires valid date formats. Standard tokenization produces non-date characters. A custom function generates valid, realistic, deterministic fake DOBs without breaking the datetime 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Format Preserving Matters to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Format-preserving tokens maintain the structure of emails, phones, SSNs, and addresses. This keeps dashboards, validation logic, and reports functioning normally while hiding PII.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Uniqueness Collisions Were Resolved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Originally, each row required a unique token, causing collisions in large tables. We changed the rule to 'one token per original value,' eliminating collisions and maintaining consistency.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Token_Map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Indexes ensure fast lookup during tokenization and reversal. A unique index ensures one token per original value. Additional indexes support token-to-original reverse lookups.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Row-by-row (cursor) processing ensures clarity and accuracy for the POC. For production scale, we can use set-based operations, batching, or scheduled off-hour processing.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Role-Based Permissions for Reversal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Reversing tokens is restricted to privileged roles following least privilege principles. Most users can mask, but only authorized admins can unmask. Auditing can track who reversed what and when.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